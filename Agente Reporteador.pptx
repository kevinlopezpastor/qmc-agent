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14"/>
  </p:notesMasterIdLst>
  <p:handoutMasterIdLst>
    <p:handoutMasterId r:id="rId15"/>
  </p:handoutMasterIdLst>
  <p:sldIdLst>
    <p:sldId id="256" r:id="rId5"/>
    <p:sldId id="277" r:id="rId6"/>
    <p:sldId id="289" r:id="rId7"/>
    <p:sldId id="262" r:id="rId8"/>
    <p:sldId id="295" r:id="rId9"/>
    <p:sldId id="258" r:id="rId10"/>
    <p:sldId id="296" r:id="rId11"/>
    <p:sldId id="264" r:id="rId12"/>
    <p:sldId id="276" r:id="rId13"/>
  </p:sldIdLst>
  <p:sldSz cx="12192000" cy="6858000"/>
  <p:notesSz cx="6858000" cy="9144000"/>
  <p:defaultTextStyle>
    <a:defPPr rtl="0"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Autor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B25C975-F4D4-4696-A6B3-B5E6E7DEEFE9}" v="6" dt="2026-02-13T23:31:44.27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>
        <p:guide orient="horz" pos="33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3882" y="133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vin Arnueld Lopez Pastor" userId="7ecc8594-ccab-4857-ae79-4a779e758f5a" providerId="ADAL" clId="{0B14D535-5C54-4129-93A9-C309A59C7B51}"/>
    <pc:docChg chg="undo custSel modSld">
      <pc:chgData name="Kevin Arnueld Lopez Pastor" userId="7ecc8594-ccab-4857-ae79-4a779e758f5a" providerId="ADAL" clId="{0B14D535-5C54-4129-93A9-C309A59C7B51}" dt="2026-02-13T23:31:57.990" v="258" actId="20577"/>
      <pc:docMkLst>
        <pc:docMk/>
      </pc:docMkLst>
      <pc:sldChg chg="modSp mod">
        <pc:chgData name="Kevin Arnueld Lopez Pastor" userId="7ecc8594-ccab-4857-ae79-4a779e758f5a" providerId="ADAL" clId="{0B14D535-5C54-4129-93A9-C309A59C7B51}" dt="2026-02-13T22:39:13.307" v="153" actId="20577"/>
        <pc:sldMkLst>
          <pc:docMk/>
          <pc:sldMk cId="1642425379" sldId="256"/>
        </pc:sldMkLst>
        <pc:spChg chg="mod">
          <ac:chgData name="Kevin Arnueld Lopez Pastor" userId="7ecc8594-ccab-4857-ae79-4a779e758f5a" providerId="ADAL" clId="{0B14D535-5C54-4129-93A9-C309A59C7B51}" dt="2026-02-13T22:39:13.307" v="153" actId="20577"/>
          <ac:spMkLst>
            <pc:docMk/>
            <pc:sldMk cId="1642425379" sldId="256"/>
            <ac:spMk id="2" creationId="{216815C6-3AD0-46E6-A74A-1967BD91AF50}"/>
          </ac:spMkLst>
        </pc:spChg>
      </pc:sldChg>
      <pc:sldChg chg="modSp mod">
        <pc:chgData name="Kevin Arnueld Lopez Pastor" userId="7ecc8594-ccab-4857-ae79-4a779e758f5a" providerId="ADAL" clId="{0B14D535-5C54-4129-93A9-C309A59C7B51}" dt="2026-02-10T23:08:07.506" v="70" actId="313"/>
        <pc:sldMkLst>
          <pc:docMk/>
          <pc:sldMk cId="707789176" sldId="258"/>
        </pc:sldMkLst>
        <pc:spChg chg="mod">
          <ac:chgData name="Kevin Arnueld Lopez Pastor" userId="7ecc8594-ccab-4857-ae79-4a779e758f5a" providerId="ADAL" clId="{0B14D535-5C54-4129-93A9-C309A59C7B51}" dt="2026-02-10T23:08:07.506" v="70" actId="313"/>
          <ac:spMkLst>
            <pc:docMk/>
            <pc:sldMk cId="707789176" sldId="258"/>
            <ac:spMk id="2" creationId="{A29DE7F2-E890-4744-88DD-A75F5E300513}"/>
          </ac:spMkLst>
        </pc:spChg>
      </pc:sldChg>
      <pc:sldChg chg="modSp mod">
        <pc:chgData name="Kevin Arnueld Lopez Pastor" userId="7ecc8594-ccab-4857-ae79-4a779e758f5a" providerId="ADAL" clId="{0B14D535-5C54-4129-93A9-C309A59C7B51}" dt="2026-02-13T23:31:57.990" v="258" actId="20577"/>
        <pc:sldMkLst>
          <pc:docMk/>
          <pc:sldMk cId="1346372204" sldId="264"/>
        </pc:sldMkLst>
        <pc:spChg chg="mod">
          <ac:chgData name="Kevin Arnueld Lopez Pastor" userId="7ecc8594-ccab-4857-ae79-4a779e758f5a" providerId="ADAL" clId="{0B14D535-5C54-4129-93A9-C309A59C7B51}" dt="2026-02-13T22:42:42.458" v="216" actId="1076"/>
          <ac:spMkLst>
            <pc:docMk/>
            <pc:sldMk cId="1346372204" sldId="264"/>
            <ac:spMk id="2" creationId="{537E1C88-627C-4655-A4FB-0BB02EDB078A}"/>
          </ac:spMkLst>
        </pc:spChg>
        <pc:spChg chg="mod">
          <ac:chgData name="Kevin Arnueld Lopez Pastor" userId="7ecc8594-ccab-4857-ae79-4a779e758f5a" providerId="ADAL" clId="{0B14D535-5C54-4129-93A9-C309A59C7B51}" dt="2026-02-13T23:31:57.990" v="258" actId="20577"/>
          <ac:spMkLst>
            <pc:docMk/>
            <pc:sldMk cId="1346372204" sldId="264"/>
            <ac:spMk id="16" creationId="{9549984B-5B35-3709-0940-07EA496F9BAE}"/>
          </ac:spMkLst>
        </pc:spChg>
      </pc:sldChg>
      <pc:sldChg chg="modSp mod">
        <pc:chgData name="Kevin Arnueld Lopez Pastor" userId="7ecc8594-ccab-4857-ae79-4a779e758f5a" providerId="ADAL" clId="{0B14D535-5C54-4129-93A9-C309A59C7B51}" dt="2026-02-13T22:38:43.058" v="146" actId="113"/>
        <pc:sldMkLst>
          <pc:docMk/>
          <pc:sldMk cId="2243494996" sldId="277"/>
        </pc:sldMkLst>
        <pc:spChg chg="mod">
          <ac:chgData name="Kevin Arnueld Lopez Pastor" userId="7ecc8594-ccab-4857-ae79-4a779e758f5a" providerId="ADAL" clId="{0B14D535-5C54-4129-93A9-C309A59C7B51}" dt="2026-02-13T22:38:43.058" v="146" actId="113"/>
          <ac:spMkLst>
            <pc:docMk/>
            <pc:sldMk cId="2243494996" sldId="277"/>
            <ac:spMk id="3" creationId="{35E3EA69-4E0E-41BD-8095-A124225A2647}"/>
          </ac:spMkLst>
        </pc:spChg>
      </pc:sldChg>
      <pc:sldChg chg="modSp mod">
        <pc:chgData name="Kevin Arnueld Lopez Pastor" userId="7ecc8594-ccab-4857-ae79-4a779e758f5a" providerId="ADAL" clId="{0B14D535-5C54-4129-93A9-C309A59C7B51}" dt="2026-02-13T22:40:25.306" v="202" actId="20577"/>
        <pc:sldMkLst>
          <pc:docMk/>
          <pc:sldMk cId="1844941827" sldId="289"/>
        </pc:sldMkLst>
        <pc:spChg chg="mod">
          <ac:chgData name="Kevin Arnueld Lopez Pastor" userId="7ecc8594-ccab-4857-ae79-4a779e758f5a" providerId="ADAL" clId="{0B14D535-5C54-4129-93A9-C309A59C7B51}" dt="2026-02-13T22:39:23.079" v="156" actId="14100"/>
          <ac:spMkLst>
            <pc:docMk/>
            <pc:sldMk cId="1844941827" sldId="289"/>
            <ac:spMk id="2" creationId="{75031FE9-9059-4FE8-B4AC-9771F23A1B89}"/>
          </ac:spMkLst>
        </pc:spChg>
        <pc:spChg chg="mod">
          <ac:chgData name="Kevin Arnueld Lopez Pastor" userId="7ecc8594-ccab-4857-ae79-4a779e758f5a" providerId="ADAL" clId="{0B14D535-5C54-4129-93A9-C309A59C7B51}" dt="2026-02-13T22:40:25.306" v="202" actId="20577"/>
          <ac:spMkLst>
            <pc:docMk/>
            <pc:sldMk cId="1844941827" sldId="289"/>
            <ac:spMk id="4" creationId="{AC1C80FB-53F9-42EE-B1E6-D0F998EC5DFA}"/>
          </ac:spMkLst>
        </pc:spChg>
      </pc:sldChg>
      <pc:sldChg chg="modSp mod">
        <pc:chgData name="Kevin Arnueld Lopez Pastor" userId="7ecc8594-ccab-4857-ae79-4a779e758f5a" providerId="ADAL" clId="{0B14D535-5C54-4129-93A9-C309A59C7B51}" dt="2026-02-10T22:54:43.041" v="51" actId="1076"/>
        <pc:sldMkLst>
          <pc:docMk/>
          <pc:sldMk cId="344654198" sldId="296"/>
        </pc:sldMkLst>
        <pc:picChg chg="mod">
          <ac:chgData name="Kevin Arnueld Lopez Pastor" userId="7ecc8594-ccab-4857-ae79-4a779e758f5a" providerId="ADAL" clId="{0B14D535-5C54-4129-93A9-C309A59C7B51}" dt="2026-02-10T22:54:43.041" v="51" actId="1076"/>
          <ac:picMkLst>
            <pc:docMk/>
            <pc:sldMk cId="344654198" sldId="296"/>
            <ac:picMk id="11" creationId="{29DA8512-0E0F-85A8-FF0F-0F95D78E4541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A449ECEF-3E94-4732-BFC3-464D975639BA}" type="datetime1">
              <a:rPr lang="es-ES" smtClean="0"/>
              <a:t>13/02/2026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BF9A36D-7FAC-478F-9944-F324014F6FD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 noProof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353551-E181-4730-A9E5-DB7143B35D46}" type="datetime1">
              <a:rPr lang="es-ES" smtClean="0"/>
              <a:pPr/>
              <a:t>13/02/2026</a:t>
            </a:fld>
            <a:endParaRPr lang="es-ES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s-ES" noProof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 noProof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D4B9A9E5-4F7F-4A7D-9DE1-899232329269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614011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216145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682655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181913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DD0FF8-44AB-B0FA-DA04-D7AD5B44CC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9E0D5F8-2BF0-BD8F-E6C9-25E955F3B2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DDFFD09-8C45-DE1C-C085-4BF11651EC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8EB8BCE-514E-90CD-1C78-1858BEC272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628029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918345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935A2-BF8B-7C23-BD90-DF38450C2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ACC6E5F-847A-FD19-376B-231E5777B0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B46A553-7B6E-0C07-8823-D343F6A659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9453129-CD93-9F73-A9C6-6962F0D88B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945074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s-ES" smtClean="0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207353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D4B9A9E5-4F7F-4A7D-9DE1-899232329269}" type="slidenum">
              <a:rPr lang="es-ES" smtClean="0"/>
              <a:t>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03282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9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16040" y="4434840"/>
            <a:ext cx="4941771" cy="1122202"/>
          </a:xfrm>
        </p:spPr>
        <p:txBody>
          <a:bodyPr rtlCol="0" anchor="b">
            <a:noAutofit/>
          </a:bodyPr>
          <a:lstStyle>
            <a:lvl1pPr algn="l">
              <a:defRPr sz="3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PARA EDITAR EL ESTILO DEL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416041" y="5586890"/>
            <a:ext cx="4941770" cy="396660"/>
          </a:xfrm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s-ES" noProof="0"/>
              <a:t>Haga clic para editar el estilo de subtítulo del patrón</a:t>
            </a:r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A04F1E16-9A84-4D0E-9706-79C396AF6AE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108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Program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>
            <a:extLst>
              <a:ext uri="{FF2B5EF4-FFF2-40B4-BE49-F238E27FC236}">
                <a16:creationId xmlns:a16="http://schemas.microsoft.com/office/drawing/2014/main" id="{D514C6BF-376E-43E8-881D-2E767426990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5488815" y="0"/>
            <a:ext cx="6703185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499" y="1020445"/>
            <a:ext cx="3171825" cy="1325563"/>
          </a:xfrm>
        </p:spPr>
        <p:txBody>
          <a:bodyPr rtlCol="0" anchor="b">
            <a:normAutofit/>
          </a:bodyPr>
          <a:lstStyle>
            <a:lvl1pPr>
              <a:defRPr sz="28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PARA EDITAR EL ESTILO DEL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499" y="2924175"/>
            <a:ext cx="3171825" cy="2519363"/>
          </a:xfrm>
        </p:spPr>
        <p:txBody>
          <a:bodyPr rtlCol="0">
            <a:norm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39F5093-3C53-4152-B8FE-0522E079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20XX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Presentación para inversores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631270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ala de tiem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ráfico 10">
            <a:extLst>
              <a:ext uri="{FF2B5EF4-FFF2-40B4-BE49-F238E27FC236}">
                <a16:creationId xmlns:a16="http://schemas.microsoft.com/office/drawing/2014/main" id="{9D2AF524-D4B4-4A3A-9CE4-EDAFE1D5A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13884" y="0"/>
            <a:ext cx="10078116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E3987A5-99A6-4B33-BAAF-531596353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509419"/>
            <a:ext cx="4082142" cy="585788"/>
          </a:xfrm>
        </p:spPr>
        <p:txBody>
          <a:bodyPr rtlCol="0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s-ES" noProof="0"/>
              <a:t>HAGA CLIC PARA EDITAR EL TÍTULO</a:t>
            </a:r>
          </a:p>
        </p:txBody>
      </p:sp>
      <p:sp>
        <p:nvSpPr>
          <p:cNvPr id="16" name="Marcador de texto 15">
            <a:extLst>
              <a:ext uri="{FF2B5EF4-FFF2-40B4-BE49-F238E27FC236}">
                <a16:creationId xmlns:a16="http://schemas.microsoft.com/office/drawing/2014/main" id="{3BABF6CA-407C-4BF0-8234-1321A676E7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318" y="1481138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HAGA CLIC PARA MODIFICAR LOS ESTILOS DEL TEXTO MAESTRO</a:t>
            </a:r>
          </a:p>
        </p:txBody>
      </p:sp>
      <p:sp>
        <p:nvSpPr>
          <p:cNvPr id="17" name="Marcador de texto 15">
            <a:extLst>
              <a:ext uri="{FF2B5EF4-FFF2-40B4-BE49-F238E27FC236}">
                <a16:creationId xmlns:a16="http://schemas.microsoft.com/office/drawing/2014/main" id="{76D8129B-5B68-421C-968C-3663C86EF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4375" y="2557463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HAGA CLIC PARA MODIFICAR LOS ESTILOS DEL TEXTO MAESTRO</a:t>
            </a:r>
          </a:p>
        </p:txBody>
      </p:sp>
      <p:sp>
        <p:nvSpPr>
          <p:cNvPr id="18" name="Marcador de texto 15">
            <a:extLst>
              <a:ext uri="{FF2B5EF4-FFF2-40B4-BE49-F238E27FC236}">
                <a16:creationId xmlns:a16="http://schemas.microsoft.com/office/drawing/2014/main" id="{6C741DCA-8EBD-44F5-9D38-E938A628AD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20800" y="3633788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HAGA CLIC PARA MODIFICAR LOS ESTILOS DEL TEXTO MAESTRO</a:t>
            </a:r>
          </a:p>
        </p:txBody>
      </p:sp>
      <p:sp>
        <p:nvSpPr>
          <p:cNvPr id="19" name="Marcador de texto 15">
            <a:extLst>
              <a:ext uri="{FF2B5EF4-FFF2-40B4-BE49-F238E27FC236}">
                <a16:creationId xmlns:a16="http://schemas.microsoft.com/office/drawing/2014/main" id="{5C43C6B1-A1BD-4A90-8B4B-F361C1BEDD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05000" y="4710114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HAGA CLIC PARA MODIFICAR LOS ESTILOS DEL TEXTO MAESTRO</a:t>
            </a:r>
          </a:p>
        </p:txBody>
      </p:sp>
      <p:sp>
        <p:nvSpPr>
          <p:cNvPr id="34" name="Marcador de texto 15">
            <a:extLst>
              <a:ext uri="{FF2B5EF4-FFF2-40B4-BE49-F238E27FC236}">
                <a16:creationId xmlns:a16="http://schemas.microsoft.com/office/drawing/2014/main" id="{0C66E1BD-33F0-4B94-BF94-CD4698F85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1535" y="1594478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Haga clic para modificar los estilos del texto maestro</a:t>
            </a:r>
          </a:p>
        </p:txBody>
      </p:sp>
      <p:sp>
        <p:nvSpPr>
          <p:cNvPr id="35" name="Marcador de texto 15">
            <a:extLst>
              <a:ext uri="{FF2B5EF4-FFF2-40B4-BE49-F238E27FC236}">
                <a16:creationId xmlns:a16="http://schemas.microsoft.com/office/drawing/2014/main" id="{2D4661B1-6559-407A-9AEC-A46A0570A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6028" y="2682564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Haga clic para modificar los estilos del texto maestro</a:t>
            </a:r>
          </a:p>
        </p:txBody>
      </p:sp>
      <p:sp>
        <p:nvSpPr>
          <p:cNvPr id="36" name="Marcador de texto 15">
            <a:extLst>
              <a:ext uri="{FF2B5EF4-FFF2-40B4-BE49-F238E27FC236}">
                <a16:creationId xmlns:a16="http://schemas.microsoft.com/office/drawing/2014/main" id="{DCC983F7-6A25-42C0-811C-EA32138C5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76937" y="3755394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Haga clic para modificar los estilos del texto maestro</a:t>
            </a:r>
          </a:p>
        </p:txBody>
      </p:sp>
      <p:sp>
        <p:nvSpPr>
          <p:cNvPr id="37" name="Marcador de texto 15">
            <a:extLst>
              <a:ext uri="{FF2B5EF4-FFF2-40B4-BE49-F238E27FC236}">
                <a16:creationId xmlns:a16="http://schemas.microsoft.com/office/drawing/2014/main" id="{E83DA0EB-27DD-416A-8DA5-4AFDC8587E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75279" y="4824430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Haga clic para modificar los estilos del texto maestro</a:t>
            </a:r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D3795F91-C721-4363-956D-756673AE7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3515" y="502393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8AC14461-E27D-413D-B31A-47B74646A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759917" y="3948451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4D6AEA4C-7710-4829-BA87-8DD77F159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173453" y="2872686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E9BD473E-6203-491C-87AC-54AC0AB23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86263" y="179608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74DC36F-5D3E-439D-80B5-32633FC3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es-ES" noProof="0"/>
              <a:t>20XX</a:t>
            </a:r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C710A8A-CEC9-4787-A745-C28DD96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5823" y="6356350"/>
            <a:ext cx="1808712" cy="365125"/>
          </a:xfrm>
        </p:spPr>
        <p:txBody>
          <a:bodyPr rtlCol="0"/>
          <a:lstStyle>
            <a:lvl1pPr algn="l">
              <a:defRPr sz="900"/>
            </a:lvl1pPr>
          </a:lstStyle>
          <a:p>
            <a:pPr rtl="0"/>
            <a:r>
              <a:rPr lang="es-ES" noProof="0"/>
              <a:t>Presentación para inversores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162BD04-8F01-472A-9456-4702A221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052812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a de contenido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s-ES" noProof="0"/>
              <a:t>HAGA CLIC PARA MODIFICAR EL ESTILO DEL TÍTULO MAESTRO</a:t>
            </a:r>
          </a:p>
        </p:txBody>
      </p:sp>
      <p:sp>
        <p:nvSpPr>
          <p:cNvPr id="15" name="Marcador de texto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5900" y="2563123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s-ES" noProof="0"/>
              <a:t>HAGA CLIC PARA AGREGAR UN SUBTÍTULO</a:t>
            </a:r>
          </a:p>
        </p:txBody>
      </p:sp>
      <p:sp>
        <p:nvSpPr>
          <p:cNvPr id="17" name="Marcador de texto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85664" y="3070348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Haga clic para agregar texto</a:t>
            </a:r>
          </a:p>
        </p:txBody>
      </p:sp>
      <p:sp>
        <p:nvSpPr>
          <p:cNvPr id="31" name="Marcador de texto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3004" y="2563123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s-ES" noProof="0"/>
              <a:t>HAGA CLIC PARA AGREGAR UN SUBTÍTULO</a:t>
            </a:r>
          </a:p>
        </p:txBody>
      </p:sp>
      <p:sp>
        <p:nvSpPr>
          <p:cNvPr id="32" name="Marcador de texto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73143" y="3070348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Haga clic para agregar texto</a:t>
            </a:r>
          </a:p>
        </p:txBody>
      </p:sp>
      <p:sp>
        <p:nvSpPr>
          <p:cNvPr id="33" name="Marcador de texto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85899" y="4319431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s-ES" noProof="0"/>
              <a:t>HAGA CLIC PARA AGREGAR UN SUBTÍTULO</a:t>
            </a:r>
          </a:p>
        </p:txBody>
      </p:sp>
      <p:sp>
        <p:nvSpPr>
          <p:cNvPr id="34" name="Marcador de texto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86412" y="4826656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Haga clic para agregar texto</a:t>
            </a:r>
          </a:p>
        </p:txBody>
      </p:sp>
      <p:sp>
        <p:nvSpPr>
          <p:cNvPr id="12" name="Marcador de texto 15">
            <a:extLst>
              <a:ext uri="{FF2B5EF4-FFF2-40B4-BE49-F238E27FC236}">
                <a16:creationId xmlns:a16="http://schemas.microsoft.com/office/drawing/2014/main" id="{3B05E19C-DF33-4515-AC52-F95850810E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72630" y="4319431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s-ES" noProof="0"/>
              <a:t>HAGA CLIC PARA AGREGAR UN SUBTÍTULO</a:t>
            </a:r>
          </a:p>
        </p:txBody>
      </p:sp>
      <p:sp>
        <p:nvSpPr>
          <p:cNvPr id="13" name="Marcador de texto 18">
            <a:extLst>
              <a:ext uri="{FF2B5EF4-FFF2-40B4-BE49-F238E27FC236}">
                <a16:creationId xmlns:a16="http://schemas.microsoft.com/office/drawing/2014/main" id="{C0EBC62D-442C-45D3-B66B-C6578FBB33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73143" y="4826656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Haga clic para agregar texto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 rtlCol="0"/>
          <a:lstStyle/>
          <a:p>
            <a:pPr rtl="0"/>
            <a:r>
              <a:rPr lang="es-ES" noProof="0"/>
              <a:t>20XX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 rtlCol="0"/>
          <a:lstStyle/>
          <a:p>
            <a:pPr rtl="0"/>
            <a:r>
              <a:rPr lang="es-ES" noProof="0"/>
              <a:t>Presentación para inversores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 rtlCol="0"/>
          <a:lstStyle/>
          <a:p>
            <a:pPr rtl="0"/>
            <a:fld id="{B5CEABB6-07DC-46E8-9B57-56EC44A396E5}" type="slidenum">
              <a:rPr lang="es-ES" noProof="0" smtClean="0"/>
              <a:t>‹Nº›</a:t>
            </a:fld>
            <a:endParaRPr lang="es-ES" noProof="0"/>
          </a:p>
        </p:txBody>
      </p:sp>
      <p:cxnSp>
        <p:nvCxnSpPr>
          <p:cNvPr id="2" name="Conector recto 1">
            <a:extLst>
              <a:ext uri="{FF2B5EF4-FFF2-40B4-BE49-F238E27FC236}">
                <a16:creationId xmlns:a16="http://schemas.microsoft.com/office/drawing/2014/main" id="{9298DCF7-7DC1-4618-8133-F63847B0A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88388" y="0"/>
            <a:ext cx="3503612" cy="23529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653A6567-233D-4A3B-B52B-DE7E5E35A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20943" y="0"/>
            <a:ext cx="2471057" cy="2699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áfico 6">
            <a:extLst>
              <a:ext uri="{FF2B5EF4-FFF2-40B4-BE49-F238E27FC236}">
                <a16:creationId xmlns:a16="http://schemas.microsoft.com/office/drawing/2014/main" id="{64D564EB-CA78-42C6-AD76-3C4E7B3AE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8" name="Gráfico 7">
            <a:extLst>
              <a:ext uri="{FF2B5EF4-FFF2-40B4-BE49-F238E27FC236}">
                <a16:creationId xmlns:a16="http://schemas.microsoft.com/office/drawing/2014/main" id="{1CFFBB3A-BDCF-4878-8D04-E8BB9A050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487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a de contenido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08760" y="4156405"/>
            <a:ext cx="3139440" cy="1325563"/>
          </a:xfrm>
        </p:spPr>
        <p:txBody>
          <a:bodyPr rtlCol="0" anchor="b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s-ES" noProof="0"/>
              <a:t>HAGA CLIC PARA MODIFICAR EL ESTILO DEL TÍTULO MAESTRO</a:t>
            </a:r>
          </a:p>
        </p:txBody>
      </p:sp>
      <p:sp>
        <p:nvSpPr>
          <p:cNvPr id="15" name="Marcador de texto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153063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s-ES" noProof="0"/>
              <a:t>HAGA CLIC PARA AGREGAR UN SUBTÍTULO</a:t>
            </a:r>
          </a:p>
        </p:txBody>
      </p:sp>
      <p:sp>
        <p:nvSpPr>
          <p:cNvPr id="17" name="Marcador de texto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186006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Haga clic para agregar texto</a:t>
            </a:r>
          </a:p>
        </p:txBody>
      </p:sp>
      <p:sp>
        <p:nvSpPr>
          <p:cNvPr id="16" name="Marcador de texto 15">
            <a:extLst>
              <a:ext uri="{FF2B5EF4-FFF2-40B4-BE49-F238E27FC236}">
                <a16:creationId xmlns:a16="http://schemas.microsoft.com/office/drawing/2014/main" id="{07D6A00C-D56B-4E8B-B992-7DA51D3C726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263043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s-ES" noProof="0"/>
              <a:t>HAGA CLIC PARA AGREGAR UN SUBTÍTULO</a:t>
            </a:r>
          </a:p>
        </p:txBody>
      </p:sp>
      <p:sp>
        <p:nvSpPr>
          <p:cNvPr id="18" name="Marcador de texto 18">
            <a:extLst>
              <a:ext uri="{FF2B5EF4-FFF2-40B4-BE49-F238E27FC236}">
                <a16:creationId xmlns:a16="http://schemas.microsoft.com/office/drawing/2014/main" id="{DA90DA32-7E6A-4713-BDC9-73910E2A0E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295985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Haga clic para agregar texto</a:t>
            </a:r>
          </a:p>
        </p:txBody>
      </p:sp>
      <p:sp>
        <p:nvSpPr>
          <p:cNvPr id="19" name="Marcador de texto 15">
            <a:extLst>
              <a:ext uri="{FF2B5EF4-FFF2-40B4-BE49-F238E27FC236}">
                <a16:creationId xmlns:a16="http://schemas.microsoft.com/office/drawing/2014/main" id="{D7E57261-C874-4DFD-AF7D-F9EC50B3BFD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373022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s-ES" noProof="0"/>
              <a:t>HAGA CLIC PARA AGREGAR UN SUBTÍTULO</a:t>
            </a:r>
          </a:p>
        </p:txBody>
      </p:sp>
      <p:sp>
        <p:nvSpPr>
          <p:cNvPr id="20" name="Marcador de texto 18">
            <a:extLst>
              <a:ext uri="{FF2B5EF4-FFF2-40B4-BE49-F238E27FC236}">
                <a16:creationId xmlns:a16="http://schemas.microsoft.com/office/drawing/2014/main" id="{843F77CE-098F-4777-8C30-5CEE7954D1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05965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Haga clic para agregar texto</a:t>
            </a:r>
          </a:p>
        </p:txBody>
      </p:sp>
      <p:sp>
        <p:nvSpPr>
          <p:cNvPr id="23" name="Marcador de texto 15">
            <a:extLst>
              <a:ext uri="{FF2B5EF4-FFF2-40B4-BE49-F238E27FC236}">
                <a16:creationId xmlns:a16="http://schemas.microsoft.com/office/drawing/2014/main" id="{4CAE269A-B6AB-42A6-9575-6057FA25A2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20106" y="4830024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s-ES" noProof="0"/>
              <a:t>HAGA CLIC PARA AGREGAR UN SUBTÍTULO</a:t>
            </a:r>
          </a:p>
        </p:txBody>
      </p:sp>
      <p:sp>
        <p:nvSpPr>
          <p:cNvPr id="24" name="Marcador de texto 18">
            <a:extLst>
              <a:ext uri="{FF2B5EF4-FFF2-40B4-BE49-F238E27FC236}">
                <a16:creationId xmlns:a16="http://schemas.microsoft.com/office/drawing/2014/main" id="{46866A49-A3A8-4869-961C-EB41F6BC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19680" y="5159449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Haga clic para agregar texto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20XX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Presentación para inversores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s-ES" noProof="0" smtClean="0"/>
              <a:pPr rtl="0"/>
              <a:t>‹Nº›</a:t>
            </a:fld>
            <a:endParaRPr lang="es-ES" noProof="0"/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6D8D9106-8780-461D-9091-E074B0A3C9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-4696" y="-1"/>
            <a:ext cx="4896735" cy="43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950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roducció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075" y="1671639"/>
            <a:ext cx="5111750" cy="1204912"/>
          </a:xfrm>
        </p:spPr>
        <p:txBody>
          <a:bodyPr rtlCol="0" anchor="b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s-ES" noProof="0"/>
              <a:t>HAGA CLIC PARA EDITAR EL ESTILO DEL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2075" y="3660774"/>
            <a:ext cx="5111750" cy="1525588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49FBD260-5143-4B12-B9F8-33E48D548909}"/>
              </a:ext>
            </a:extLst>
          </p:cNvPr>
          <p:cNvCxnSpPr/>
          <p:nvPr/>
        </p:nvCxnSpPr>
        <p:spPr>
          <a:xfrm>
            <a:off x="9096375" y="1497012"/>
            <a:ext cx="3095625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/>
          <p:nvPr/>
        </p:nvCxnSpPr>
        <p:spPr>
          <a:xfrm flipH="1">
            <a:off x="6953250" y="-25401"/>
            <a:ext cx="3790950" cy="6902451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Marcador de fecha 6">
            <a:extLst>
              <a:ext uri="{FF2B5EF4-FFF2-40B4-BE49-F238E27FC236}">
                <a16:creationId xmlns:a16="http://schemas.microsoft.com/office/drawing/2014/main" id="{70146B66-4F07-44BE-8AAB-48EA5170DA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20XX</a:t>
            </a:r>
          </a:p>
        </p:txBody>
      </p:sp>
      <p:sp>
        <p:nvSpPr>
          <p:cNvPr id="10" name="Marcador de pie de página 7">
            <a:extLst>
              <a:ext uri="{FF2B5EF4-FFF2-40B4-BE49-F238E27FC236}">
                <a16:creationId xmlns:a16="http://schemas.microsoft.com/office/drawing/2014/main" id="{3A927BE5-2F4C-4EBD-9093-C4ED6E302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24463" y="6356350"/>
            <a:ext cx="1743075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Presentación para inversores</a:t>
            </a:r>
          </a:p>
        </p:txBody>
      </p:sp>
      <p:sp>
        <p:nvSpPr>
          <p:cNvPr id="11" name="Marcador de número de diapositiva 8">
            <a:extLst>
              <a:ext uri="{FF2B5EF4-FFF2-40B4-BE49-F238E27FC236}">
                <a16:creationId xmlns:a16="http://schemas.microsoft.com/office/drawing/2014/main" id="{C4C1336B-CF5E-42FF-80E8-7D33A2D64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29327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lto de secció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2571235"/>
            <a:ext cx="4179570" cy="1715531"/>
          </a:xfrm>
        </p:spPr>
        <p:txBody>
          <a:bodyPr rtlCol="0" anchor="ctr">
            <a:noAutofit/>
          </a:bodyPr>
          <a:lstStyle>
            <a:lvl1pPr algn="l">
              <a:defRPr sz="36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PARA MODIFICAR EL ESTILO DEL TÍTULO MAESTRO</a:t>
            </a: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68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áfico 6">
            <a:extLst>
              <a:ext uri="{FF2B5EF4-FFF2-40B4-BE49-F238E27FC236}">
                <a16:creationId xmlns:a16="http://schemas.microsoft.com/office/drawing/2014/main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558165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s-ES" noProof="0"/>
              <a:t>HAGA CLIC PARA EDITAR EL ESTILO DEL TÍTULO DEL PATRÓN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BDAC7E4E-FE06-4E90-8107-6B543E5515ED}"/>
              </a:ext>
            </a:extLst>
          </p:cNvPr>
          <p:cNvCxnSpPr/>
          <p:nvPr/>
        </p:nvCxnSpPr>
        <p:spPr>
          <a:xfrm flipV="1">
            <a:off x="2209800" y="0"/>
            <a:ext cx="2438400" cy="6858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Marcador de texto 15">
            <a:extLst>
              <a:ext uri="{FF2B5EF4-FFF2-40B4-BE49-F238E27FC236}">
                <a16:creationId xmlns:a16="http://schemas.microsoft.com/office/drawing/2014/main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s-ES" noProof="0"/>
              <a:t>HAGA CLIC PARA AGREGAR UN SUBTÍTULO</a:t>
            </a:r>
          </a:p>
        </p:txBody>
      </p:sp>
      <p:sp>
        <p:nvSpPr>
          <p:cNvPr id="12" name="Marcador de texto 18">
            <a:extLst>
              <a:ext uri="{FF2B5EF4-FFF2-40B4-BE49-F238E27FC236}">
                <a16:creationId xmlns:a16="http://schemas.microsoft.com/office/drawing/2014/main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Haga clic para agregar texto</a:t>
            </a:r>
          </a:p>
        </p:txBody>
      </p:sp>
      <p:sp>
        <p:nvSpPr>
          <p:cNvPr id="13" name="Marcador de texto 15">
            <a:extLst>
              <a:ext uri="{FF2B5EF4-FFF2-40B4-BE49-F238E27FC236}">
                <a16:creationId xmlns:a16="http://schemas.microsoft.com/office/drawing/2014/main" id="{1DCC2995-DE17-436D-82AE-6E107865CB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s-ES" noProof="0"/>
              <a:t>HAGA CLIC PARA AGREGAR UN SUBTÍTULO</a:t>
            </a:r>
          </a:p>
        </p:txBody>
      </p:sp>
      <p:sp>
        <p:nvSpPr>
          <p:cNvPr id="14" name="Marcador de texto 18">
            <a:extLst>
              <a:ext uri="{FF2B5EF4-FFF2-40B4-BE49-F238E27FC236}">
                <a16:creationId xmlns:a16="http://schemas.microsoft.com/office/drawing/2014/main" id="{C7E70A65-1FB1-4F42-854B-8213ED73F7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Haga clic para agregar texto</a:t>
            </a:r>
          </a:p>
        </p:txBody>
      </p:sp>
      <p:sp>
        <p:nvSpPr>
          <p:cNvPr id="15" name="Marcador de texto 15">
            <a:extLst>
              <a:ext uri="{FF2B5EF4-FFF2-40B4-BE49-F238E27FC236}">
                <a16:creationId xmlns:a16="http://schemas.microsoft.com/office/drawing/2014/main" id="{45657994-DC61-4DEB-BB2B-65DFCA997A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s-ES" noProof="0"/>
              <a:t>HAGA CLIC PARA AGREGAR UN SUBTÍTULO</a:t>
            </a:r>
          </a:p>
        </p:txBody>
      </p:sp>
      <p:sp>
        <p:nvSpPr>
          <p:cNvPr id="16" name="Marcador de texto 18">
            <a:extLst>
              <a:ext uri="{FF2B5EF4-FFF2-40B4-BE49-F238E27FC236}">
                <a16:creationId xmlns:a16="http://schemas.microsoft.com/office/drawing/2014/main" id="{18397EE2-60CD-47FD-AF8F-83A5324D9D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Haga clic para agregar texto</a:t>
            </a:r>
          </a:p>
        </p:txBody>
      </p:sp>
      <p:sp>
        <p:nvSpPr>
          <p:cNvPr id="17" name="Marcador de fecha 2">
            <a:extLst>
              <a:ext uri="{FF2B5EF4-FFF2-40B4-BE49-F238E27FC236}">
                <a16:creationId xmlns:a16="http://schemas.microsoft.com/office/drawing/2014/main" id="{1E25EFF1-65C7-4F93-8740-46885C6BEA5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20XX</a:t>
            </a:r>
          </a:p>
        </p:txBody>
      </p:sp>
      <p:sp>
        <p:nvSpPr>
          <p:cNvPr id="18" name="Marcador de pie de página 3">
            <a:extLst>
              <a:ext uri="{FF2B5EF4-FFF2-40B4-BE49-F238E27FC236}">
                <a16:creationId xmlns:a16="http://schemas.microsoft.com/office/drawing/2014/main" id="{C16D80BF-B599-4FC0-ABD5-98777872FE5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Presentación para inversores</a:t>
            </a:r>
          </a:p>
        </p:txBody>
      </p:sp>
      <p:sp>
        <p:nvSpPr>
          <p:cNvPr id="19" name="Marcador de número de diapositiva 4">
            <a:extLst>
              <a:ext uri="{FF2B5EF4-FFF2-40B4-BE49-F238E27FC236}">
                <a16:creationId xmlns:a16="http://schemas.microsoft.com/office/drawing/2014/main" id="{F64421B1-FF90-4939-90BD-8206DE5036D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64798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 tre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s-ES" noProof="0"/>
              <a:t>HAGA CLIC PARA EDITAR EL ESTILO DEL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43104" y="2776936"/>
            <a:ext cx="2882475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 EL TEXTO MAESTRO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43104" y="3834606"/>
            <a:ext cx="2882475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647665" y="2776936"/>
            <a:ext cx="2896671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s-ES" noProof="0"/>
              <a:t>HAGA CLIC PARA EDITAR EL TEXTO MAESTRO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47665" y="3834606"/>
            <a:ext cx="2896671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21" name="Marcador de texto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066421" y="2776936"/>
            <a:ext cx="2882475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 EL TEXTO MAESTRO</a:t>
            </a:r>
          </a:p>
        </p:txBody>
      </p:sp>
      <p:sp>
        <p:nvSpPr>
          <p:cNvPr id="22" name="Marcador de contenido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066421" y="3834606"/>
            <a:ext cx="2882475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20XX</a:t>
            </a:r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Presentación para inversores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s-ES" noProof="0" smtClean="0"/>
              <a:t>‹Nº›</a:t>
            </a:fld>
            <a:endParaRPr lang="es-ES" noProof="0"/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3105150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2238376" cy="24765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3189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tiva de mercados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s-ES" noProof="0"/>
              <a:t>HAGA CLIC PARA EDITAR EL ESTILO DEL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063855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#</a:t>
            </a:r>
          </a:p>
        </p:txBody>
      </p:sp>
      <p:sp>
        <p:nvSpPr>
          <p:cNvPr id="23" name="Marcador de texto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475514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#</a:t>
            </a:r>
          </a:p>
        </p:txBody>
      </p:sp>
      <p:sp>
        <p:nvSpPr>
          <p:cNvPr id="24" name="Marcador de texto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887174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#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129698" y="4824188"/>
            <a:ext cx="3124093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526261" y="4824188"/>
            <a:ext cx="313947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22" name="Marcador de contenido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938210" y="4824188"/>
            <a:ext cx="3124093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editar</a:t>
            </a: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65141" y="2358007"/>
            <a:ext cx="2438400" cy="2019300"/>
          </a:xfrm>
          <a:prstGeom prst="rect">
            <a:avLst/>
          </a:prstGeom>
        </p:spPr>
      </p:pic>
      <p:pic>
        <p:nvPicPr>
          <p:cNvPr id="13" name="Gráfico 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00625" y="2531837"/>
            <a:ext cx="2190750" cy="1943100"/>
          </a:xfrm>
          <a:prstGeom prst="rect">
            <a:avLst/>
          </a:prstGeom>
        </p:spPr>
      </p:pic>
      <p:pic>
        <p:nvPicPr>
          <p:cNvPr id="15" name="Gráfico 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45608" y="2421056"/>
            <a:ext cx="2324100" cy="2057400"/>
          </a:xfrm>
          <a:prstGeom prst="rect">
            <a:avLst/>
          </a:prstGeom>
        </p:spPr>
      </p:pic>
      <p:sp>
        <p:nvSpPr>
          <p:cNvPr id="25" name="Marcador de contenido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1129698" y="5280763"/>
            <a:ext cx="3124093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6" name="Marcador de contenido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26261" y="5280763"/>
            <a:ext cx="313947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</p:txBody>
      </p:sp>
      <p:sp>
        <p:nvSpPr>
          <p:cNvPr id="27" name="Marcador de contenido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7938210" y="5280763"/>
            <a:ext cx="3124093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20XX</a:t>
            </a:r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Presentación para inversores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4426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tenido do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892177"/>
            <a:ext cx="8421688" cy="1325563"/>
          </a:xfrm>
        </p:spPr>
        <p:txBody>
          <a:bodyPr rtlCol="0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s-ES" noProof="0"/>
              <a:t>HAGA CLIC PARA EDITAR EL ESTILO DEL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76936"/>
            <a:ext cx="3924300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 EL TEXTO MAESTRO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933700" y="3834606"/>
            <a:ext cx="3924300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76936"/>
            <a:ext cx="3943627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s-ES" noProof="0"/>
              <a:t>HAGA CLIC PARA EDITAR EL TEXTO MAESTRO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10173" y="3834606"/>
            <a:ext cx="3943627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20XX</a:t>
            </a:r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Presentación para inversores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s-ES" noProof="0" smtClean="0"/>
              <a:t>‹Nº›</a:t>
            </a:fld>
            <a:endParaRPr lang="es-ES" noProof="0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EE24E1DB-1F20-4C28-8069-D9219D1F8BB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368030" cy="391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7409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áfico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41825" b="23071"/>
          <a:stretch/>
        </p:blipFill>
        <p:spPr>
          <a:xfrm flipH="1">
            <a:off x="0" y="0"/>
            <a:ext cx="5441888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Título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s-ES" noProof="0"/>
              <a:t>HAGA CLIC PARA MODIFICAR EL ESTILO DEL TÍTULO MAESTRO</a:t>
            </a:r>
          </a:p>
        </p:txBody>
      </p:sp>
      <p:sp>
        <p:nvSpPr>
          <p:cNvPr id="20" name="Marcador de texto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s-ES" noProof="0"/>
              <a:t>HAGA CLIC PARA AGREGAR UN SUBTÍTULO</a:t>
            </a:r>
          </a:p>
        </p:txBody>
      </p:sp>
      <p:sp>
        <p:nvSpPr>
          <p:cNvPr id="25" name="Marcador de texto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Haga clic para agregar texto</a:t>
            </a:r>
          </a:p>
        </p:txBody>
      </p:sp>
      <p:sp>
        <p:nvSpPr>
          <p:cNvPr id="26" name="Marcador de texto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s-ES" noProof="0"/>
              <a:t>HAGA CLIC PARA AGREGAR UN SUBTÍTULO</a:t>
            </a:r>
          </a:p>
        </p:txBody>
      </p:sp>
      <p:sp>
        <p:nvSpPr>
          <p:cNvPr id="27" name="Marcador de texto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Haga clic para agregar texto</a:t>
            </a:r>
          </a:p>
        </p:txBody>
      </p:sp>
      <p:sp>
        <p:nvSpPr>
          <p:cNvPr id="28" name="Marcador de texto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s-ES" noProof="0"/>
              <a:t>HAGA CLIC PARA AGREGAR UN SUBTÍTULO</a:t>
            </a:r>
          </a:p>
        </p:txBody>
      </p:sp>
      <p:sp>
        <p:nvSpPr>
          <p:cNvPr id="29" name="Marcador de texto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Haga clic para agregar texto</a:t>
            </a:r>
          </a:p>
        </p:txBody>
      </p:sp>
      <p:sp>
        <p:nvSpPr>
          <p:cNvPr id="21" name="Marcador de fecha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20XX</a:t>
            </a:r>
          </a:p>
        </p:txBody>
      </p:sp>
      <p:sp>
        <p:nvSpPr>
          <p:cNvPr id="22" name="Marcador de pie de página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Presentación para inversores</a:t>
            </a:r>
          </a:p>
        </p:txBody>
      </p:sp>
      <p:sp>
        <p:nvSpPr>
          <p:cNvPr id="24" name="Marcador de número de diapositiva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376933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ronogram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7D46070C-E825-43D0-99F4-8B4614131131}"/>
              </a:ext>
            </a:extLst>
          </p:cNvPr>
          <p:cNvSpPr/>
          <p:nvPr userDrawn="1"/>
        </p:nvSpPr>
        <p:spPr>
          <a:xfrm>
            <a:off x="0" y="3057683"/>
            <a:ext cx="12191998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s-ES" noProof="0"/>
              <a:t>HAGA CLIC PARA EDITAR EL ESTILO DEL TÍTULO DEL PATRÓN</a:t>
            </a:r>
          </a:p>
        </p:txBody>
      </p:sp>
      <p:sp>
        <p:nvSpPr>
          <p:cNvPr id="6" name="Marcador de texto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354712"/>
            <a:ext cx="73152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 rtl="0"/>
            <a:r>
              <a:rPr lang="es-ES" noProof="0"/>
              <a:t>Año</a:t>
            </a:r>
          </a:p>
        </p:txBody>
      </p:sp>
      <p:sp>
        <p:nvSpPr>
          <p:cNvPr id="7" name="Marcador de texto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8" name="Marcador de texto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9" name="Marcador de texto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10" name="Marcador de texto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92468"/>
            <a:ext cx="73152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 rtl="0"/>
            <a:r>
              <a:rPr lang="es-ES" noProof="0"/>
              <a:t>Año</a:t>
            </a:r>
          </a:p>
        </p:txBody>
      </p:sp>
      <p:sp>
        <p:nvSpPr>
          <p:cNvPr id="12" name="Marcador de texto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13" name="Marcador de texto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14" name="Marcador de texto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15" name="Marcador de texto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16" name="Marcador de texto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17" name="Marcador de texto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18" name="Marcador de texto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19" name="Marcador de texto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20" name="Marcador de texto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21" name="Marcador de texto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22" name="Marcador de texto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23" name="Marcador de texto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24" name="Marcador de texto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25" name="Marcador de texto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26" name="Marcador de texto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27" name="Marcador de texto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28" name="Marcador de texto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29" name="Marcador de texto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30" name="Marcador de texto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31" name="Marcador de texto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FFA35437-CCDE-4D92-B879-F23B329C8EC3}"/>
              </a:ext>
            </a:extLst>
          </p:cNvPr>
          <p:cNvSpPr/>
          <p:nvPr userDrawn="1"/>
        </p:nvSpPr>
        <p:spPr>
          <a:xfrm>
            <a:off x="929640" y="4034785"/>
            <a:ext cx="1033272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Marcador de fecha 2">
            <a:extLst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20XX</a:t>
            </a:r>
          </a:p>
        </p:txBody>
      </p:sp>
      <p:sp>
        <p:nvSpPr>
          <p:cNvPr id="37" name="Marcador de pie de página 3">
            <a:extLst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Presentación para inversores</a:t>
            </a:r>
          </a:p>
        </p:txBody>
      </p:sp>
      <p:sp>
        <p:nvSpPr>
          <p:cNvPr id="38" name="Marcador de número de diapositiva 4">
            <a:extLst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0563234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posición de SmartArt 6">
            <a:extLst>
              <a:ext uri="{FF2B5EF4-FFF2-40B4-BE49-F238E27FC236}">
                <a16:creationId xmlns:a16="http://schemas.microsoft.com/office/drawing/2014/main" id="{156CA116-0F6E-4EE9-B34F-03BA07161A7A}"/>
              </a:ext>
            </a:extLst>
          </p:cNvPr>
          <p:cNvSpPr>
            <a:spLocks noGrp="1"/>
          </p:cNvSpPr>
          <p:nvPr>
            <p:ph type="dgm" sz="quarter" idx="15"/>
          </p:nvPr>
        </p:nvSpPr>
        <p:spPr>
          <a:xfrm>
            <a:off x="838200" y="2136776"/>
            <a:ext cx="10515600" cy="3697645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en el icono para agregar un elemento gráfico SmartArt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s-ES" noProof="0"/>
              <a:t>HAGA CLIC PARA MODIFICAR EL ESTILO DEL TÍTULO MAESTRO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20XX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Presentación para inversores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66988B2D-0240-4256-8268-4B9FF1E72363}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2590800" cy="762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D8EEAAE1-3D04-41C3-B2D2-B3BEF34C3B27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704850" cy="1027906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3543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a de equipo de 4 persona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s-ES" noProof="0"/>
              <a:t>HAGA CLIC PARA MODIFICAR EL ESTILO DEL TÍTULO MAESTRO</a:t>
            </a:r>
          </a:p>
        </p:txBody>
      </p:sp>
      <p:sp>
        <p:nvSpPr>
          <p:cNvPr id="11" name="Marcador de posición de imagen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87181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17" name="Marcador de posición de imagen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6914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18" name="Marcador de posición de imagen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2757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>
              <a:buNone/>
              <a:defRPr sz="1400"/>
            </a:lvl1pPr>
            <a:lvl2pPr marL="45720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es-ES" noProof="0"/>
              <a:t>Haga clic en el icono para agregar una imagen</a:t>
            </a:r>
          </a:p>
        </p:txBody>
      </p:sp>
      <p:sp>
        <p:nvSpPr>
          <p:cNvPr id="19" name="Marcador de posición de imagen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74745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3248" y="5084524"/>
            <a:ext cx="2123743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23" name="Marcador de texto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692980" y="5099206"/>
            <a:ext cx="2135755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24" name="Marcador de texto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183644" y="5099206"/>
            <a:ext cx="2123743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25" name="Marcador de texto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603525" y="5084524"/>
            <a:ext cx="2123742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26" name="Marcador de texto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487181" y="5464114"/>
            <a:ext cx="1845511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27" name="Marcador de texto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836913" y="5478796"/>
            <a:ext cx="1855949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28" name="Marcador de texto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327577" y="5478796"/>
            <a:ext cx="1845511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29" name="Marcador de texto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747458" y="5464114"/>
            <a:ext cx="184551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20XX</a:t>
            </a:r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Presentación para inversores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s-ES" noProof="0" smtClean="0"/>
              <a:t>‹Nº›</a:t>
            </a:fld>
            <a:endParaRPr lang="es-ES" noProof="0"/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4E4B72DA-52CB-4D39-A342-8857B4D95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 flipV="1">
            <a:off x="7334250" y="0"/>
            <a:ext cx="4857750" cy="76200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21D9BCDA-DFB7-41A4-A7C7-CEE86CED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487150" y="0"/>
            <a:ext cx="704850" cy="1724025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2372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936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a de equipo de 8 personas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s-ES" noProof="0"/>
              <a:t>HAGA CLIC PARA MODIFICAR EL ESTILO DEL TÍTULO MAESTRO</a:t>
            </a:r>
          </a:p>
        </p:txBody>
      </p:sp>
      <p:sp>
        <p:nvSpPr>
          <p:cNvPr id="11" name="Marcador de posición de imagen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77176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17" name="Marcador de posición de imagen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26270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18" name="Marcador de posición de imagen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716934" y="2428875"/>
            <a:ext cx="1066800" cy="1066800"/>
          </a:xfrm>
          <a:solidFill>
            <a:schemeClr val="tx1"/>
          </a:solidFill>
        </p:spPr>
        <p:txBody>
          <a:bodyPr rtlCol="0">
            <a:noAutofit/>
          </a:bodyPr>
          <a:lstStyle>
            <a:lvl1pPr marL="0" indent="0" algn="l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es-ES" noProof="0"/>
              <a:t>Haga clic en el icono para agregar una imagen</a:t>
            </a:r>
          </a:p>
        </p:txBody>
      </p:sp>
      <p:sp>
        <p:nvSpPr>
          <p:cNvPr id="19" name="Marcador de posición de imagen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136814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00168" y="3654378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26" name="Marcador de texto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390120" y="3782039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23" name="Marcador de texto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49262" y="3669060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27" name="Marcador de texto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739214" y="3796721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24" name="Marcador de texto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339926" y="3669060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28" name="Marcador de texto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217963" y="3796721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25" name="Marcador de texto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759806" y="3654378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29" name="Marcador de texto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634432" y="3782039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55" name="Marcador de posición de imagen 10">
            <a:extLst>
              <a:ext uri="{FF2B5EF4-FFF2-40B4-BE49-F238E27FC236}">
                <a16:creationId xmlns:a16="http://schemas.microsoft.com/office/drawing/2014/main" id="{1EBAEB1D-A7F9-4F90-B642-4277D3802BA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877176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56" name="Marcador de posición de imagen 10">
            <a:extLst>
              <a:ext uri="{FF2B5EF4-FFF2-40B4-BE49-F238E27FC236}">
                <a16:creationId xmlns:a16="http://schemas.microsoft.com/office/drawing/2014/main" id="{9461A69E-14C8-4325-89AF-D4257C1C05B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226270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57" name="Marcador de posición de imagen 10">
            <a:extLst>
              <a:ext uri="{FF2B5EF4-FFF2-40B4-BE49-F238E27FC236}">
                <a16:creationId xmlns:a16="http://schemas.microsoft.com/office/drawing/2014/main" id="{0FB38616-82FB-4DAD-A82E-3777ACB41148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716934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es-ES" noProof="0"/>
              <a:t>Haga clic en el icono para agregar una imagen</a:t>
            </a:r>
          </a:p>
        </p:txBody>
      </p:sp>
      <p:sp>
        <p:nvSpPr>
          <p:cNvPr id="58" name="Marcador de posición de imagen 10">
            <a:extLst>
              <a:ext uri="{FF2B5EF4-FFF2-40B4-BE49-F238E27FC236}">
                <a16:creationId xmlns:a16="http://schemas.microsoft.com/office/drawing/2014/main" id="{622ED9F4-EB9B-4588-8501-BFECB846EE7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136814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54" name="Marcador de texto 2">
            <a:extLst>
              <a:ext uri="{FF2B5EF4-FFF2-40B4-BE49-F238E27FC236}">
                <a16:creationId xmlns:a16="http://schemas.microsoft.com/office/drawing/2014/main" id="{22930C5B-603C-494E-A467-8B394D01D4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500168" y="5513214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62" name="Marcador de texto 2">
            <a:extLst>
              <a:ext uri="{FF2B5EF4-FFF2-40B4-BE49-F238E27FC236}">
                <a16:creationId xmlns:a16="http://schemas.microsoft.com/office/drawing/2014/main" id="{540C455F-A23B-493F-B95E-AB485D91DA6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390120" y="5640875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59" name="Marcador de texto 2">
            <a:extLst>
              <a:ext uri="{FF2B5EF4-FFF2-40B4-BE49-F238E27FC236}">
                <a16:creationId xmlns:a16="http://schemas.microsoft.com/office/drawing/2014/main" id="{6D1C374C-DAF7-40EF-B279-4EC7A2AFE6A2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3849262" y="5527896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63" name="Marcador de texto 2">
            <a:extLst>
              <a:ext uri="{FF2B5EF4-FFF2-40B4-BE49-F238E27FC236}">
                <a16:creationId xmlns:a16="http://schemas.microsoft.com/office/drawing/2014/main" id="{421FF438-E4E8-4643-BCB3-4A1C1242904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739214" y="5655557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60" name="Marcador de texto 2">
            <a:extLst>
              <a:ext uri="{FF2B5EF4-FFF2-40B4-BE49-F238E27FC236}">
                <a16:creationId xmlns:a16="http://schemas.microsoft.com/office/drawing/2014/main" id="{D4FEDD19-A7BA-45BB-93A0-F1E896C9F26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339926" y="5527896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64" name="Marcador de texto 2">
            <a:extLst>
              <a:ext uri="{FF2B5EF4-FFF2-40B4-BE49-F238E27FC236}">
                <a16:creationId xmlns:a16="http://schemas.microsoft.com/office/drawing/2014/main" id="{A12F0175-7AEE-46B1-9590-D4A427680DC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6229878" y="5655557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61" name="Marcador de texto 2">
            <a:extLst>
              <a:ext uri="{FF2B5EF4-FFF2-40B4-BE49-F238E27FC236}">
                <a16:creationId xmlns:a16="http://schemas.microsoft.com/office/drawing/2014/main" id="{5026D39F-46AB-4680-9A52-F367344A3531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8759806" y="5513214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65" name="Marcador de texto 2">
            <a:extLst>
              <a:ext uri="{FF2B5EF4-FFF2-40B4-BE49-F238E27FC236}">
                <a16:creationId xmlns:a16="http://schemas.microsoft.com/office/drawing/2014/main" id="{04E11FE2-6320-4E8C-A5B3-8104AF329ADA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8634432" y="5640875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es-ES" noProof="0"/>
              <a:t>20XX</a:t>
            </a:r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es-ES" noProof="0"/>
              <a:t>Presentación para inversores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fld id="{B5CEABB6-07DC-46E8-9B57-56EC44A396E5}" type="slidenum">
              <a:rPr lang="es-ES" noProof="0" smtClean="0"/>
              <a:t>‹Nº›</a:t>
            </a:fld>
            <a:endParaRPr lang="es-ES" noProof="0"/>
          </a:p>
        </p:txBody>
      </p:sp>
      <p:pic>
        <p:nvPicPr>
          <p:cNvPr id="13" name="Gráfico 12">
            <a:extLst>
              <a:ext uri="{FF2B5EF4-FFF2-40B4-BE49-F238E27FC236}">
                <a16:creationId xmlns:a16="http://schemas.microsoft.com/office/drawing/2014/main" id="{B0DFD584-E5CF-41EF-B51E-679CE22DD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14" name="Gráfico 13">
            <a:extLst>
              <a:ext uri="{FF2B5EF4-FFF2-40B4-BE49-F238E27FC236}">
                <a16:creationId xmlns:a16="http://schemas.microsoft.com/office/drawing/2014/main" id="{E5C02DDF-25A6-42C7-9525-F279CE209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095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s-ES" noProof="0"/>
              <a:t>HAGA CLIC PARA MODIFICAR EL ESTILO DEL TÍTULO MAESTRO</a:t>
            </a:r>
          </a:p>
        </p:txBody>
      </p:sp>
      <p:sp>
        <p:nvSpPr>
          <p:cNvPr id="11" name="Marcador de contenido 10">
            <a:extLst>
              <a:ext uri="{FF2B5EF4-FFF2-40B4-BE49-F238E27FC236}">
                <a16:creationId xmlns:a16="http://schemas.microsoft.com/office/drawing/2014/main" id="{ADC2540D-94C4-405B-8607-0CEDD6F54B9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1075447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es-ES" noProof="0"/>
              <a:t>Haga clic para agregar contenido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788813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#</a:t>
            </a:r>
          </a:p>
        </p:txBody>
      </p:sp>
      <p:sp>
        <p:nvSpPr>
          <p:cNvPr id="17" name="Marcador de texto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38200" y="4464810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5120722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4" name="Marcador de contenido 10">
            <a:extLst>
              <a:ext uri="{FF2B5EF4-FFF2-40B4-BE49-F238E27FC236}">
                <a16:creationId xmlns:a16="http://schemas.microsoft.com/office/drawing/2014/main" id="{11C6EC54-ADFA-4CFF-9E9B-DC7E96C854C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805651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es-ES" noProof="0"/>
              <a:t>Haga clic para agregar contenido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562665" y="3788813"/>
            <a:ext cx="2342205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#</a:t>
            </a:r>
          </a:p>
        </p:txBody>
      </p:sp>
      <p:sp>
        <p:nvSpPr>
          <p:cNvPr id="18" name="Marcador de texto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62665" y="4464810"/>
            <a:ext cx="2342205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s-ES" noProof="0"/>
              <a:t>HAGA CLIC PARA EDITAR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562665" y="5120722"/>
            <a:ext cx="2342205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5" name="Marcador de contenido 10">
            <a:extLst>
              <a:ext uri="{FF2B5EF4-FFF2-40B4-BE49-F238E27FC236}">
                <a16:creationId xmlns:a16="http://schemas.microsoft.com/office/drawing/2014/main" id="{1B6DD41C-FCE2-4AC6-A235-2FF1B905DAAD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530117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es-ES" noProof="0"/>
              <a:t>Haga clic para agregar contenido</a:t>
            </a:r>
          </a:p>
        </p:txBody>
      </p:sp>
      <p:sp>
        <p:nvSpPr>
          <p:cNvPr id="21" name="Marcador de texto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98609" y="3788813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#</a:t>
            </a:r>
          </a:p>
        </p:txBody>
      </p:sp>
      <p:sp>
        <p:nvSpPr>
          <p:cNvPr id="19" name="Marcador de texto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98609" y="4464810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22" name="Marcador de contenido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98609" y="5120722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6" name="Marcador de contenido 10">
            <a:extLst>
              <a:ext uri="{FF2B5EF4-FFF2-40B4-BE49-F238E27FC236}">
                <a16:creationId xmlns:a16="http://schemas.microsoft.com/office/drawing/2014/main" id="{CEB4C3DB-E51E-4479-90C2-DFE5DB4B2482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260321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es-ES" noProof="0"/>
              <a:t>Haga clic para agregar contenido</a:t>
            </a:r>
          </a:p>
        </p:txBody>
      </p:sp>
      <p:sp>
        <p:nvSpPr>
          <p:cNvPr id="14" name="Marcador de texto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023074" y="3788457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#</a:t>
            </a:r>
          </a:p>
        </p:txBody>
      </p:sp>
      <p:sp>
        <p:nvSpPr>
          <p:cNvPr id="23" name="Marcador de texto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9023074" y="4464454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1328057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790950" cy="892177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Marcador de contenido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9023074" y="5120366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20XX</a:t>
            </a:r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Presentación para inversores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38669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Resum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5" y="1671639"/>
            <a:ext cx="5111750" cy="1204912"/>
          </a:xfrm>
        </p:spPr>
        <p:txBody>
          <a:bodyPr rtlCol="0" anchor="b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s-ES" noProof="0"/>
              <a:t>HAGA CLIC PARA EDITAR EL ESTILO DEL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76875" y="3682546"/>
            <a:ext cx="5111750" cy="1525588"/>
          </a:xfrm>
        </p:spPr>
        <p:txBody>
          <a:bodyPr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>
            <a:cxnSpLocks/>
          </p:cNvCxnSpPr>
          <p:nvPr/>
        </p:nvCxnSpPr>
        <p:spPr>
          <a:xfrm flipH="1" flipV="1">
            <a:off x="0" y="876300"/>
            <a:ext cx="4762500" cy="1628775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A768C87F-B9C3-4DFF-8454-F3F52CE4346B}"/>
              </a:ext>
            </a:extLst>
          </p:cNvPr>
          <p:cNvCxnSpPr>
            <a:cxnSpLocks/>
          </p:cNvCxnSpPr>
          <p:nvPr/>
        </p:nvCxnSpPr>
        <p:spPr>
          <a:xfrm flipH="1" flipV="1">
            <a:off x="2638425" y="0"/>
            <a:ext cx="2124076" cy="5186363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Marcador de fecha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20XX</a:t>
            </a:r>
          </a:p>
        </p:txBody>
      </p:sp>
      <p:sp>
        <p:nvSpPr>
          <p:cNvPr id="22" name="Marcador de pie de página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Presentación para inversores</a:t>
            </a:r>
          </a:p>
        </p:txBody>
      </p:sp>
      <p:sp>
        <p:nvSpPr>
          <p:cNvPr id="24" name="Marcador de número de diapositiva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616316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ierr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rtlCol="0" anchor="b">
            <a:noAutofit/>
          </a:bodyPr>
          <a:lstStyle>
            <a:lvl1pPr algn="l">
              <a:defRPr sz="32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PARA EDITAR EL ESTILO DEL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67200" y="3238103"/>
            <a:ext cx="4179570" cy="2004161"/>
          </a:xfrm>
        </p:spPr>
        <p:txBody>
          <a:bodyPr rtlCol="0">
            <a:normAutofit/>
          </a:bodyPr>
          <a:lstStyle>
            <a:lvl1pPr marL="0" indent="0" algn="l">
              <a:lnSpc>
                <a:spcPct val="15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s-ES" noProof="0"/>
              <a:t>Haga clic para editar el estilo de subtítulo del patrón</a:t>
            </a:r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ED3361C9-310A-4255-A94E-B77588962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9" name="Marcador de fecha 6">
            <a:extLst>
              <a:ext uri="{FF2B5EF4-FFF2-40B4-BE49-F238E27FC236}">
                <a16:creationId xmlns:a16="http://schemas.microsoft.com/office/drawing/2014/main" id="{BF358517-D7B7-40D0-A9D0-B650C80898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67200" y="6356350"/>
            <a:ext cx="1774371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20XX</a:t>
            </a:r>
          </a:p>
        </p:txBody>
      </p:sp>
      <p:sp>
        <p:nvSpPr>
          <p:cNvPr id="10" name="Marcador de pie de página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9721" y="6356350"/>
            <a:ext cx="26615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Presentación para inversores</a:t>
            </a:r>
          </a:p>
        </p:txBody>
      </p:sp>
      <p:sp>
        <p:nvSpPr>
          <p:cNvPr id="11" name="Marcador de número de diapositiva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429355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es-ES" noProof="0"/>
              <a:t>20XX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es-ES" noProof="0"/>
              <a:t>Presentación para inversores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70" r:id="rId3"/>
    <p:sldLayoutId id="2147483688" r:id="rId4"/>
    <p:sldLayoutId id="2147483694" r:id="rId5"/>
    <p:sldLayoutId id="2147483697" r:id="rId6"/>
    <p:sldLayoutId id="2147483673" r:id="rId7"/>
    <p:sldLayoutId id="2147483676" r:id="rId8"/>
    <p:sldLayoutId id="2147483672" r:id="rId9"/>
    <p:sldLayoutId id="2147483699" r:id="rId10"/>
    <p:sldLayoutId id="2147483671" r:id="rId11"/>
    <p:sldLayoutId id="2147483700" r:id="rId12"/>
    <p:sldLayoutId id="2147483692" r:id="rId13"/>
    <p:sldLayoutId id="2147483681" r:id="rId14"/>
    <p:sldLayoutId id="2147483674" r:id="rId15"/>
    <p:sldLayoutId id="2147483675" r:id="rId16"/>
    <p:sldLayoutId id="2147483696" r:id="rId17"/>
    <p:sldLayoutId id="2147483677" r:id="rId18"/>
    <p:sldLayoutId id="2147483678" r:id="rId1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8.png"/><Relationship Id="rId5" Type="http://schemas.openxmlformats.org/officeDocument/2006/relationships/image" Target="../media/image37.jpg"/><Relationship Id="rId4" Type="http://schemas.openxmlformats.org/officeDocument/2006/relationships/image" Target="../media/image36.png"/><Relationship Id="rId9" Type="http://schemas.openxmlformats.org/officeDocument/2006/relationships/image" Target="../media/image4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16040" y="4434840"/>
            <a:ext cx="4941771" cy="1122202"/>
          </a:xfrm>
        </p:spPr>
        <p:txBody>
          <a:bodyPr rtlCol="0"/>
          <a:lstStyle/>
          <a:p>
            <a:pPr rtl="0"/>
            <a:r>
              <a:rPr lang="es-ES" dirty="0"/>
              <a:t>SISTEMA de agentes </a:t>
            </a:r>
            <a:r>
              <a:rPr lang="es-ES" dirty="0" err="1"/>
              <a:t>ia</a:t>
            </a:r>
            <a:r>
              <a:rPr lang="es-ES" dirty="0"/>
              <a:t> de rutinas DIARIAS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901B20D-4C28-4DA3-ABBD-718C22A5E5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6041" y="5586890"/>
            <a:ext cx="4941770" cy="396660"/>
          </a:xfrm>
        </p:spPr>
        <p:txBody>
          <a:bodyPr rtlCol="0"/>
          <a:lstStyle/>
          <a:p>
            <a:pPr rtl="0"/>
            <a:r>
              <a:rPr lang="es-ES" dirty="0"/>
              <a:t>Kevin Lopez</a:t>
            </a:r>
          </a:p>
        </p:txBody>
      </p:sp>
      <p:pic>
        <p:nvPicPr>
          <p:cNvPr id="5" name="Imagen 4" descr="Icono&#10;&#10;El contenido generado por IA puede ser incorrecto.">
            <a:extLst>
              <a:ext uri="{FF2B5EF4-FFF2-40B4-BE49-F238E27FC236}">
                <a16:creationId xmlns:a16="http://schemas.microsoft.com/office/drawing/2014/main" id="{2A566773-CF22-96C4-71E6-5D052F1DFB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0602" y="1001791"/>
            <a:ext cx="2427209" cy="2427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19F29B-F233-48AF-8261-F33A4E079E3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499" y="1020445"/>
            <a:ext cx="3171825" cy="1325563"/>
          </a:xfrm>
        </p:spPr>
        <p:txBody>
          <a:bodyPr rtlCol="0"/>
          <a:lstStyle/>
          <a:p>
            <a:pPr rtl="0"/>
            <a:r>
              <a:rPr lang="es-ES" dirty="0"/>
              <a:t>¿Por qué lo necesitamos?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5E3EA69-4E0E-41BD-8095-A124225A264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499" y="2924175"/>
            <a:ext cx="5190358" cy="3041196"/>
          </a:xfrm>
        </p:spPr>
        <p:txBody>
          <a:bodyPr rtlCol="0">
            <a:noAutofit/>
          </a:bodyPr>
          <a:lstStyle/>
          <a:p>
            <a:pPr rtl="0"/>
            <a:r>
              <a:rPr lang="es-MX" sz="1600" dirty="0"/>
              <a:t>⏰ El monitoreo manual de reportes consume </a:t>
            </a:r>
            <a:r>
              <a:rPr lang="es-MX" sz="1600" b="1" dirty="0"/>
              <a:t>+2 horas diarias</a:t>
            </a:r>
          </a:p>
          <a:p>
            <a:pPr rtl="0"/>
            <a:r>
              <a:rPr lang="es-MX" sz="1600" dirty="0"/>
              <a:t>🔴 Los fallos se detectan </a:t>
            </a:r>
            <a:r>
              <a:rPr lang="es-MX" sz="1600" b="1" dirty="0"/>
              <a:t>tarde</a:t>
            </a:r>
            <a:r>
              <a:rPr lang="es-MX" sz="1600" dirty="0"/>
              <a:t>, afectando la operación</a:t>
            </a:r>
          </a:p>
          <a:p>
            <a:pPr rtl="0"/>
            <a:r>
              <a:rPr lang="es-MX" sz="1600" dirty="0"/>
              <a:t>📊 Múltiples sistemas (</a:t>
            </a:r>
            <a:r>
              <a:rPr lang="es-MX" sz="1600" b="1" dirty="0" err="1"/>
              <a:t>Netezza</a:t>
            </a:r>
            <a:r>
              <a:rPr lang="es-MX" sz="1600" b="1" dirty="0"/>
              <a:t> + QMC + </a:t>
            </a:r>
            <a:r>
              <a:rPr lang="es-MX" sz="1600" b="1" dirty="0" err="1"/>
              <a:t>Nprinting</a:t>
            </a:r>
            <a:r>
              <a:rPr lang="es-MX" sz="1600" dirty="0"/>
              <a:t>) requieren revisión separada</a:t>
            </a:r>
          </a:p>
          <a:p>
            <a:pPr rtl="0"/>
            <a:r>
              <a:rPr lang="es-MX" sz="1600" dirty="0"/>
              <a:t>👁️ Dependencia de personal para detectar errores</a:t>
            </a:r>
            <a:endParaRPr lang="es-ES" sz="1600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28F602C-7F98-4C02-99D4-ED65E00D6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 rtlCol="0"/>
          <a:lstStyle/>
          <a:p>
            <a:pPr rtl="0"/>
            <a:fld id="{19B51A1E-902D-48AF-9020-955120F399B6}" type="slidenum">
              <a:rPr lang="es-ES" smtClean="0"/>
              <a:pPr/>
              <a:t>2</a:t>
            </a:fld>
            <a:endParaRPr lang="es-ES"/>
          </a:p>
        </p:txBody>
      </p:sp>
      <p:pic>
        <p:nvPicPr>
          <p:cNvPr id="8" name="Imagen 7" descr="Icono&#10;&#10;El contenido generado por IA puede ser incorrecto.">
            <a:extLst>
              <a:ext uri="{FF2B5EF4-FFF2-40B4-BE49-F238E27FC236}">
                <a16:creationId xmlns:a16="http://schemas.microsoft.com/office/drawing/2014/main" id="{BFA44DFF-4A56-EEF3-B667-DEAA1FDB4A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743" y="130629"/>
            <a:ext cx="1042216" cy="1042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494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031FE9-9059-4FE8-B4AC-9771F23A1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2115" y="1019684"/>
            <a:ext cx="4985656" cy="1751741"/>
          </a:xfrm>
        </p:spPr>
        <p:txBody>
          <a:bodyPr rtlCol="0">
            <a:normAutofit/>
          </a:bodyPr>
          <a:lstStyle/>
          <a:p>
            <a:r>
              <a:rPr lang="es-ES" dirty="0"/>
              <a:t>SISTEMA de agentes </a:t>
            </a:r>
            <a:r>
              <a:rPr lang="es-ES" dirty="0" err="1"/>
              <a:t>ia</a:t>
            </a:r>
            <a:r>
              <a:rPr lang="es-ES" dirty="0"/>
              <a:t> de rutinas DIARIAS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C1C80FB-53F9-42EE-B1E6-D0F998EC5DF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942115" y="3255689"/>
            <a:ext cx="6291943" cy="2356114"/>
          </a:xfrm>
        </p:spPr>
        <p:txBody>
          <a:bodyPr rtlCol="0">
            <a:noAutofit/>
          </a:bodyPr>
          <a:lstStyle/>
          <a:p>
            <a:r>
              <a:rPr lang="es-PE" sz="1800" dirty="0"/>
              <a:t>🤖 Sistema </a:t>
            </a:r>
            <a:r>
              <a:rPr lang="es-PE" sz="1800" b="1" dirty="0"/>
              <a:t>autónomo</a:t>
            </a:r>
            <a:r>
              <a:rPr lang="es-PE" sz="1800" dirty="0"/>
              <a:t> que puede monitorea 24/7</a:t>
            </a:r>
          </a:p>
          <a:p>
            <a:r>
              <a:rPr lang="es-PE" sz="1800" dirty="0"/>
              <a:t>🧠 Usa </a:t>
            </a:r>
            <a:r>
              <a:rPr lang="es-PE" sz="1800" b="1" dirty="0"/>
              <a:t>Inteligencia Artificial</a:t>
            </a:r>
            <a:r>
              <a:rPr lang="es-PE" sz="1800" dirty="0"/>
              <a:t> para analizar estados</a:t>
            </a:r>
          </a:p>
          <a:p>
            <a:r>
              <a:rPr lang="es-PE" sz="1800" dirty="0"/>
              <a:t>📱 Genera </a:t>
            </a:r>
            <a:r>
              <a:rPr lang="es-PE" sz="1800" b="1" dirty="0"/>
              <a:t>reportes visuales</a:t>
            </a:r>
            <a:r>
              <a:rPr lang="es-PE" sz="1800" dirty="0"/>
              <a:t> automáticamente</a:t>
            </a:r>
          </a:p>
          <a:p>
            <a:r>
              <a:rPr lang="es-PE" sz="1800" dirty="0"/>
              <a:t>⚡ Detecta problemas en </a:t>
            </a:r>
            <a:r>
              <a:rPr lang="es-PE" sz="1800" b="1" dirty="0"/>
              <a:t>segundos</a:t>
            </a:r>
            <a:r>
              <a:rPr lang="es-PE" sz="1800" dirty="0"/>
              <a:t>, no horas (próximas fases)</a:t>
            </a:r>
          </a:p>
        </p:txBody>
      </p:sp>
      <p:sp>
        <p:nvSpPr>
          <p:cNvPr id="22" name="Marcador de número de diapositiva 21">
            <a:extLst>
              <a:ext uri="{FF2B5EF4-FFF2-40B4-BE49-F238E27FC236}">
                <a16:creationId xmlns:a16="http://schemas.microsoft.com/office/drawing/2014/main" id="{5D1BD041-3428-4D62-934F-F3FF6D36F90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es-ES" smtClean="0"/>
              <a:pPr rtl="0"/>
              <a:t>3</a:t>
            </a:fld>
            <a:endParaRPr lang="es-ES"/>
          </a:p>
        </p:txBody>
      </p:sp>
      <p:pic>
        <p:nvPicPr>
          <p:cNvPr id="14" name="Imagen 13" descr="Icono&#10;&#10;El contenido generado por IA puede ser incorrecto.">
            <a:extLst>
              <a:ext uri="{FF2B5EF4-FFF2-40B4-BE49-F238E27FC236}">
                <a16:creationId xmlns:a16="http://schemas.microsoft.com/office/drawing/2014/main" id="{1ABBBFA4-6729-65D6-CF31-2AC3E275A1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8158" y="119970"/>
            <a:ext cx="1020631" cy="1020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9418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Imagen 27" descr="Diagrama, Esquemático&#10;&#10;El contenido generado por IA puede ser incorrecto.">
            <a:extLst>
              <a:ext uri="{FF2B5EF4-FFF2-40B4-BE49-F238E27FC236}">
                <a16:creationId xmlns:a16="http://schemas.microsoft.com/office/drawing/2014/main" id="{ABB565BF-E9F9-1895-3285-9E4523B2FE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8153" y="293942"/>
            <a:ext cx="6450156" cy="6564058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75031FE9-9059-4FE8-B4AC-9771F23A1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9423" y="1513115"/>
            <a:ext cx="2448691" cy="1325563"/>
          </a:xfrm>
        </p:spPr>
        <p:txBody>
          <a:bodyPr rtlCol="0"/>
          <a:lstStyle/>
          <a:p>
            <a:pPr rtl="0"/>
            <a:r>
              <a:rPr lang="es-ES" dirty="0"/>
              <a:t>¿CÓMO FUNCIONA?</a:t>
            </a:r>
          </a:p>
        </p:txBody>
      </p:sp>
      <p:sp>
        <p:nvSpPr>
          <p:cNvPr id="82" name="Marcador de número de diapositiva 81">
            <a:extLst>
              <a:ext uri="{FF2B5EF4-FFF2-40B4-BE49-F238E27FC236}">
                <a16:creationId xmlns:a16="http://schemas.microsoft.com/office/drawing/2014/main" id="{CE36A058-BEC2-4BC5-A467-F2EB2A365051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es-ES" smtClean="0"/>
              <a:pPr rtl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939208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EF8B77-11FE-4BF9-7861-68844062F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El contenido generado por IA puede ser incorrecto.">
            <a:extLst>
              <a:ext uri="{FF2B5EF4-FFF2-40B4-BE49-F238E27FC236}">
                <a16:creationId xmlns:a16="http://schemas.microsoft.com/office/drawing/2014/main" id="{45EF8D49-7BF8-7F72-3959-D7E4C5589B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58433"/>
            <a:ext cx="12192000" cy="5363042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F0093326-BAC7-1796-8DC1-99CC2408E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3983" y="272143"/>
            <a:ext cx="5464034" cy="1325563"/>
          </a:xfrm>
        </p:spPr>
        <p:txBody>
          <a:bodyPr rtlCol="0"/>
          <a:lstStyle/>
          <a:p>
            <a:pPr rtl="0"/>
            <a:r>
              <a:rPr lang="es-ES" dirty="0"/>
              <a:t>¿Qué monitorea?</a:t>
            </a:r>
          </a:p>
        </p:txBody>
      </p:sp>
      <p:sp>
        <p:nvSpPr>
          <p:cNvPr id="82" name="Marcador de número de diapositiva 81">
            <a:extLst>
              <a:ext uri="{FF2B5EF4-FFF2-40B4-BE49-F238E27FC236}">
                <a16:creationId xmlns:a16="http://schemas.microsoft.com/office/drawing/2014/main" id="{7D28193B-BB6F-651D-1A91-23515E756D2C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es-ES" smtClean="0"/>
              <a:pPr rtl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51799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9DE7F2-E890-4744-88DD-A75F5E3005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26036" y="1156092"/>
            <a:ext cx="4179570" cy="1715531"/>
          </a:xfrm>
        </p:spPr>
        <p:txBody>
          <a:bodyPr rtlCol="0"/>
          <a:lstStyle/>
          <a:p>
            <a:pPr rtl="0"/>
            <a:r>
              <a:rPr lang="es-ES" dirty="0"/>
              <a:t>Resultados</a:t>
            </a:r>
          </a:p>
        </p:txBody>
      </p:sp>
      <p:pic>
        <p:nvPicPr>
          <p:cNvPr id="4" name="Imagen 3" descr="Interfaz de usuario gráfica, Tabla&#10;&#10;El contenido generado por IA puede ser incorrecto.">
            <a:extLst>
              <a:ext uri="{FF2B5EF4-FFF2-40B4-BE49-F238E27FC236}">
                <a16:creationId xmlns:a16="http://schemas.microsoft.com/office/drawing/2014/main" id="{A05EE1C2-B99A-6E8C-C2D0-DC25582660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6900" y="3429000"/>
            <a:ext cx="5117842" cy="2388326"/>
          </a:xfrm>
          <a:prstGeom prst="rect">
            <a:avLst/>
          </a:prstGeom>
        </p:spPr>
      </p:pic>
      <p:pic>
        <p:nvPicPr>
          <p:cNvPr id="6" name="Imagen 5" descr="Tabla&#10;&#10;El contenido generado por IA puede ser incorrecto.">
            <a:extLst>
              <a:ext uri="{FF2B5EF4-FFF2-40B4-BE49-F238E27FC236}">
                <a16:creationId xmlns:a16="http://schemas.microsoft.com/office/drawing/2014/main" id="{FC5BBB53-F55F-2180-6702-847C42C105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973" y="566057"/>
            <a:ext cx="5117841" cy="2388326"/>
          </a:xfrm>
          <a:prstGeom prst="rect">
            <a:avLst/>
          </a:prstGeom>
        </p:spPr>
      </p:pic>
      <p:pic>
        <p:nvPicPr>
          <p:cNvPr id="8" name="Imagen 7" descr="Tabla&#10;&#10;El contenido generado por IA puede ser incorrecto.">
            <a:extLst>
              <a:ext uri="{FF2B5EF4-FFF2-40B4-BE49-F238E27FC236}">
                <a16:creationId xmlns:a16="http://schemas.microsoft.com/office/drawing/2014/main" id="{9F43FB03-2AB7-D8F7-2033-D40D0D0FEF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972" y="3429000"/>
            <a:ext cx="5117842" cy="2388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77891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DC27BE-BB9E-F6D4-3DD7-F4BF7FD89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C830C0-61B4-89CB-2563-D997E7C7A5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3983" y="272143"/>
            <a:ext cx="5464034" cy="1325563"/>
          </a:xfrm>
        </p:spPr>
        <p:txBody>
          <a:bodyPr rtlCol="0"/>
          <a:lstStyle/>
          <a:p>
            <a:pPr rtl="0"/>
            <a:r>
              <a:rPr lang="es-ES" dirty="0"/>
              <a:t>Herramientas utilizadas</a:t>
            </a:r>
          </a:p>
        </p:txBody>
      </p:sp>
      <p:sp>
        <p:nvSpPr>
          <p:cNvPr id="82" name="Marcador de número de diapositiva 81">
            <a:extLst>
              <a:ext uri="{FF2B5EF4-FFF2-40B4-BE49-F238E27FC236}">
                <a16:creationId xmlns:a16="http://schemas.microsoft.com/office/drawing/2014/main" id="{397EAA27-6F2E-E4BD-817D-CBB112B673AD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es-ES" smtClean="0"/>
              <a:pPr rtl="0"/>
              <a:t>7</a:t>
            </a:fld>
            <a:endParaRPr lang="es-ES"/>
          </a:p>
        </p:txBody>
      </p:sp>
      <p:pic>
        <p:nvPicPr>
          <p:cNvPr id="5" name="Imagen 4" descr="Logotipo&#10;&#10;El contenido generado por IA puede ser incorrecto.">
            <a:extLst>
              <a:ext uri="{FF2B5EF4-FFF2-40B4-BE49-F238E27FC236}">
                <a16:creationId xmlns:a16="http://schemas.microsoft.com/office/drawing/2014/main" id="{43447E2C-D341-6E7F-1D17-7FD3391E58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8699" y="4938712"/>
            <a:ext cx="2857500" cy="1600200"/>
          </a:xfrm>
          <a:prstGeom prst="rect">
            <a:avLst/>
          </a:prstGeom>
        </p:spPr>
      </p:pic>
      <p:pic>
        <p:nvPicPr>
          <p:cNvPr id="7" name="Imagen 6" descr="Logotipo, nombre de la empresa&#10;&#10;El contenido generado por IA puede ser incorrecto.">
            <a:extLst>
              <a:ext uri="{FF2B5EF4-FFF2-40B4-BE49-F238E27FC236}">
                <a16:creationId xmlns:a16="http://schemas.microsoft.com/office/drawing/2014/main" id="{8A0561F1-4EC2-CD78-036C-7F25BED68C3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4347" b="38148"/>
          <a:stretch>
            <a:fillRect/>
          </a:stretch>
        </p:blipFill>
        <p:spPr>
          <a:xfrm>
            <a:off x="1638069" y="5364259"/>
            <a:ext cx="3451827" cy="949429"/>
          </a:xfrm>
          <a:prstGeom prst="rect">
            <a:avLst/>
          </a:prstGeom>
        </p:spPr>
      </p:pic>
      <p:pic>
        <p:nvPicPr>
          <p:cNvPr id="9" name="Imagen 8" descr="Un dibujo con letras&#10;&#10;El contenido generado por IA puede ser incorrecto.">
            <a:extLst>
              <a:ext uri="{FF2B5EF4-FFF2-40B4-BE49-F238E27FC236}">
                <a16:creationId xmlns:a16="http://schemas.microsoft.com/office/drawing/2014/main" id="{180157F8-18F1-5B69-F448-8471BB97E14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7735" t="10838" r="21864" b="17059"/>
          <a:stretch>
            <a:fillRect/>
          </a:stretch>
        </p:blipFill>
        <p:spPr>
          <a:xfrm>
            <a:off x="9662252" y="2562422"/>
            <a:ext cx="1242693" cy="1600200"/>
          </a:xfrm>
          <a:prstGeom prst="rect">
            <a:avLst/>
          </a:prstGeom>
        </p:spPr>
      </p:pic>
      <p:pic>
        <p:nvPicPr>
          <p:cNvPr id="11" name="Imagen 10" descr="Un dibujo animado con letras&#10;&#10;El contenido generado por IA puede ser incorrecto.">
            <a:extLst>
              <a:ext uri="{FF2B5EF4-FFF2-40B4-BE49-F238E27FC236}">
                <a16:creationId xmlns:a16="http://schemas.microsoft.com/office/drawing/2014/main" id="{29DA8512-0E0F-85A8-FF0F-0F95D78E454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8978" y="3010735"/>
            <a:ext cx="2288153" cy="836529"/>
          </a:xfrm>
          <a:prstGeom prst="rect">
            <a:avLst/>
          </a:prstGeom>
        </p:spPr>
      </p:pic>
      <p:pic>
        <p:nvPicPr>
          <p:cNvPr id="13" name="Imagen 12" descr="Logotipo, nombre de la empresa&#10;&#10;El contenido generado por IA puede ser incorrecto.">
            <a:extLst>
              <a:ext uri="{FF2B5EF4-FFF2-40B4-BE49-F238E27FC236}">
                <a16:creationId xmlns:a16="http://schemas.microsoft.com/office/drawing/2014/main" id="{EBA93C80-8C87-F854-6488-E27A087DF95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87055" y="3644765"/>
            <a:ext cx="2722397" cy="419563"/>
          </a:xfrm>
          <a:prstGeom prst="rect">
            <a:avLst/>
          </a:prstGeom>
        </p:spPr>
      </p:pic>
      <p:pic>
        <p:nvPicPr>
          <p:cNvPr id="15" name="Imagen 14" descr="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72705690-EEC5-9F89-E731-AAD075418389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41223" b="38148"/>
          <a:stretch>
            <a:fillRect/>
          </a:stretch>
        </p:blipFill>
        <p:spPr>
          <a:xfrm>
            <a:off x="1151952" y="2839532"/>
            <a:ext cx="2857500" cy="589468"/>
          </a:xfrm>
          <a:prstGeom prst="rect">
            <a:avLst/>
          </a:prstGeom>
        </p:spPr>
      </p:pic>
      <p:sp>
        <p:nvSpPr>
          <p:cNvPr id="18" name="Flecha: a la derecha 17">
            <a:extLst>
              <a:ext uri="{FF2B5EF4-FFF2-40B4-BE49-F238E27FC236}">
                <a16:creationId xmlns:a16="http://schemas.microsoft.com/office/drawing/2014/main" id="{3685CF32-A55C-91FA-9FA0-1C47A6E7645B}"/>
              </a:ext>
            </a:extLst>
          </p:cNvPr>
          <p:cNvSpPr/>
          <p:nvPr/>
        </p:nvSpPr>
        <p:spPr>
          <a:xfrm>
            <a:off x="8991600" y="3243943"/>
            <a:ext cx="489857" cy="36512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pic>
        <p:nvPicPr>
          <p:cNvPr id="20" name="Imagen 19" descr="Logotipo&#10;&#10;El contenido generado por IA puede ser incorrecto.">
            <a:extLst>
              <a:ext uri="{FF2B5EF4-FFF2-40B4-BE49-F238E27FC236}">
                <a16:creationId xmlns:a16="http://schemas.microsoft.com/office/drawing/2014/main" id="{50A19A84-E8AB-80FF-B9D4-6F6A4AF1040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13914" y="5125958"/>
            <a:ext cx="2852058" cy="1426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6541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7E1C88-627C-4655-A4FB-0BB02EDB0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472" y="1726067"/>
            <a:ext cx="5111750" cy="1204912"/>
          </a:xfrm>
        </p:spPr>
        <p:txBody>
          <a:bodyPr rtlCol="0"/>
          <a:lstStyle/>
          <a:p>
            <a:pPr rtl="0"/>
            <a:r>
              <a:rPr lang="es-ES" dirty="0"/>
              <a:t>PRÓXIMOS PASOS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23C3221-5F04-4CA7-A86A-EEA8566A1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es-ES" smtClean="0"/>
              <a:pPr rtl="0"/>
              <a:t>8</a:t>
            </a:fld>
            <a:endParaRPr lang="es-ES" dirty="0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9549984B-5B35-3709-0940-07EA496F9BAE}"/>
              </a:ext>
            </a:extLst>
          </p:cNvPr>
          <p:cNvSpPr txBox="1"/>
          <p:nvPr/>
        </p:nvSpPr>
        <p:spPr>
          <a:xfrm>
            <a:off x="1050472" y="3429000"/>
            <a:ext cx="6950528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000" dirty="0"/>
              <a:t>✅ Fase 1 (Completada): Monitoreo QMC + </a:t>
            </a:r>
            <a:r>
              <a:rPr lang="es-MX" sz="2000" dirty="0" err="1"/>
              <a:t>Nprinting</a:t>
            </a:r>
            <a:r>
              <a:rPr lang="es-MX" sz="2000" dirty="0"/>
              <a:t> (arquitectura de despliegue pendiente) Notificaciones por </a:t>
            </a:r>
            <a:r>
              <a:rPr lang="es-MX" sz="2000" dirty="0" err="1"/>
              <a:t>Teams</a:t>
            </a:r>
            <a:endParaRPr lang="es-MX" sz="2000" dirty="0"/>
          </a:p>
          <a:p>
            <a:r>
              <a:rPr lang="es-MX" sz="2000" dirty="0"/>
              <a:t>🔄 Fase 2: Monitoreo de interfases en NETEZZA</a:t>
            </a:r>
          </a:p>
          <a:p>
            <a:r>
              <a:rPr lang="es-MX" sz="2000" dirty="0"/>
              <a:t>🔮 Fase 3: Programación automática (</a:t>
            </a:r>
            <a:r>
              <a:rPr lang="es-MX" sz="2000" dirty="0" err="1"/>
              <a:t>scheduler</a:t>
            </a:r>
            <a:r>
              <a:rPr lang="es-MX" sz="2000" dirty="0"/>
              <a:t>)</a:t>
            </a:r>
          </a:p>
          <a:p>
            <a:r>
              <a:rPr lang="es-MX" sz="2000" dirty="0"/>
              <a:t>🔮 Fase 4: Predicción y diagnóstico de fallos con IA</a:t>
            </a:r>
          </a:p>
          <a:p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3463722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CAEE93-8585-46D4-A7EC-F184E317CB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67200" y="1615736"/>
            <a:ext cx="4179570" cy="1524735"/>
          </a:xfrm>
        </p:spPr>
        <p:txBody>
          <a:bodyPr rtlCol="0"/>
          <a:lstStyle/>
          <a:p>
            <a:pPr rtl="0"/>
            <a:r>
              <a:rPr lang="es-ES"/>
              <a:t>MUCHAS GRACIAS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4AFFC60-19C3-4901-93F7-7AAF4C09F8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0" y="3238103"/>
            <a:ext cx="4179570" cy="2004161"/>
          </a:xfrm>
        </p:spPr>
        <p:txBody>
          <a:bodyPr rtlCol="0">
            <a:normAutofit/>
          </a:bodyPr>
          <a:lstStyle/>
          <a:p>
            <a:pPr rtl="0"/>
            <a:r>
              <a:rPr lang="es-ES" dirty="0"/>
              <a:t>Kevin Lopez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2DA7980-C870-4C9A-84FA-4120D8AF5D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67200" y="6356350"/>
            <a:ext cx="1774371" cy="365125"/>
          </a:xfrm>
        </p:spPr>
        <p:txBody>
          <a:bodyPr rtlCol="0"/>
          <a:lstStyle/>
          <a:p>
            <a:pPr rtl="0"/>
            <a:r>
              <a:rPr lang="es-ES"/>
              <a:t>20XX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DFADE42-1A3F-40C8-A071-E57644F3D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9721" y="6356350"/>
            <a:ext cx="2661557" cy="365125"/>
          </a:xfrm>
        </p:spPr>
        <p:txBody>
          <a:bodyPr rtlCol="0"/>
          <a:lstStyle/>
          <a:p>
            <a:pPr rtl="0"/>
            <a:r>
              <a:rPr lang="es-ES"/>
              <a:t>Presentación para inversores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EDCFF82-B70F-4971-9182-7C3AEA3CF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es-ES" smtClean="0"/>
              <a:pPr rtl="0"/>
              <a:t>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36493926"/>
      </p:ext>
    </p:extLst>
  </p:cSld>
  <p:clrMapOvr>
    <a:masterClrMapping/>
  </p:clrMapOvr>
</p:sld>
</file>

<file path=ppt/theme/theme1.xml><?xml version="1.0" encoding="utf-8"?>
<a:theme xmlns:a="http://schemas.openxmlformats.org/drawingml/2006/main" name="Una sola línea">
  <a:themeElements>
    <a:clrScheme name="Custom 16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BF4EF"/>
      </a:accent1>
      <a:accent2>
        <a:srgbClr val="F7F6F3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53329044_TF56180624_Win32" id="{CCF276C0-2FDF-463F-B45D-4EDBA039C896}" vid="{7446774B-3392-4AFF-ADF4-7FE1E36E5286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0" ma:contentTypeDescription="Create a new document." ma:contentTypeScope="" ma:versionID="1267097ee5f5874adfcc408041ae252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95891a93df65b14727750f2c06c306c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F97B18F-50BC-4F30-8373-93489E845F83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42BC90D6-94CF-42F7-AAC4-9CF6824C54D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4CF2EF3-001F-4BE9-81B3-86ECBBF9425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610c37a0-47cd-4531-9f35-efb5fd32a410}" enabled="0" method="" siteId="{610c37a0-47cd-4531-9f35-efb5fd32a410}" removed="1"/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Presentación de ventas minimalista tenue</Template>
  <TotalTime>289</TotalTime>
  <Words>179</Words>
  <Application>Microsoft Office PowerPoint</Application>
  <PresentationFormat>Panorámica</PresentationFormat>
  <Paragraphs>41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Arial</vt:lpstr>
      <vt:lpstr>Calibri</vt:lpstr>
      <vt:lpstr>Tenorite</vt:lpstr>
      <vt:lpstr>Una sola línea</vt:lpstr>
      <vt:lpstr>SISTEMA de agentes ia de rutinas DIARIAS</vt:lpstr>
      <vt:lpstr>¿Por qué lo necesitamos?</vt:lpstr>
      <vt:lpstr>SISTEMA de agentes ia de rutinas DIARIAS</vt:lpstr>
      <vt:lpstr>¿CÓMO FUNCIONA?</vt:lpstr>
      <vt:lpstr>¿Qué monitorea?</vt:lpstr>
      <vt:lpstr>Resultados</vt:lpstr>
      <vt:lpstr>Herramientas utilizadas</vt:lpstr>
      <vt:lpstr>PRÓXIMOS PASOS</vt:lpstr>
      <vt:lpstr>MUCHAS GRACIAS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Kevin Arnueld Lopez Pastor</dc:creator>
  <cp:lastModifiedBy>Kevin Arnueld Lopez Pastor</cp:lastModifiedBy>
  <cp:revision>1</cp:revision>
  <dcterms:created xsi:type="dcterms:W3CDTF">2026-02-06T17:46:09Z</dcterms:created>
  <dcterms:modified xsi:type="dcterms:W3CDTF">2026-02-13T23:32:03Z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